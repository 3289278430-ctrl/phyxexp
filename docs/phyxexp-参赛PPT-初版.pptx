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</a:rPr>
              <a:t>phyxexp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58518"/>
                </a:solidFill>
                <a:latin typeface="Microsoft YaHei"/>
                <a:ea typeface="Microsoft YaHei"/>
              </a:rPr>
              <a:t>受约束的学生实验数据处理 Agent /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D5DEEC"/>
                </a:solidFill>
                <a:latin typeface="Microsoft YaHei"/>
                <a:ea typeface="Microsoft YaHei"/>
              </a:rPr>
              <a:t>第四届开放原子大赛 · 图1赛道：开源基础软件与解决方案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约束，本身就是可信度的来源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痛点：AI 做数据分析的三大病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329184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icrosoft YaHei"/>
                <a:ea typeface="Microsoft YaHei"/>
              </a:rPr>
              <a:t>① 会编数字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张口就给一个点估计，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数值无来源、无推导，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更没有不确定度。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你无法判断它是对是错。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3474720" cy="329184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58518"/>
                </a:solidFill>
                <a:latin typeface="Microsoft YaHei"/>
                <a:ea typeface="Microsoft YaHei"/>
              </a:rPr>
              <a:t>② 结论不可复现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同一个问题换种问法，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答案可能就变了。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没有运行记录，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无法回查、无法审计。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645920"/>
            <a:ext cx="3474720" cy="329184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icrosoft YaHei"/>
                <a:ea typeface="Microsoft YaHei"/>
              </a:rPr>
              <a:t>③ 缺物理一致性检查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不看残差、不查截距、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不管量纲自洽。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一个「看起来合理」的数，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可能违反物理规律。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</a:rPr>
              <a:t>核心问题：大模型「自由写代码算数」，把「表达流畅」错当成「计算可信」。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创意方案：受约束 Agent 编排层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404040"/>
                </a:solidFill>
                <a:latin typeface="Microsoft YaHei"/>
                <a:ea typeface="Microsoft YaHei"/>
              </a:rPr>
              <a:t>不是让大模型更会算数，而是——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不让它算数。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3474720" cy="265176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</a:rPr>
              <a:t>只挑白名单工具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计算能力只能来自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审查过的领域工具链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（phyxexp / TOOL_REGISTRY），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其余一律拒绝。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3474720" cy="265176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</a:rPr>
              <a:t>执行可复现计算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不确定度、R²、残差图，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每一步都有 run_id +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输入哈希，重放逐位一致。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743200"/>
            <a:ext cx="3474720" cy="265176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</a:rPr>
              <a:t>结论必须基于数据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结论里的每个数字都要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能溯源到工具输出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（grounding 校验），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编不进去。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58518"/>
                </a:solidFill>
                <a:latin typeface="Microsoft YaHei"/>
                <a:ea typeface="Microsoft YaHei"/>
              </a:rPr>
              <a:t>约束 = 可信度：把「会编数」的自由，换成「可溯源」的纪律。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系统架构：三层受约束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600200"/>
            <a:ext cx="9235440" cy="960120"/>
          </a:xfrm>
          <a:prstGeom prst="roundRect">
            <a:avLst/>
          </a:prstGeom>
          <a:solidFill>
            <a:srgbClr val="EDF1F7"/>
          </a:solidFill>
          <a:ln w="19050">
            <a:solidFill>
              <a:srgbClr val="4C7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" bIns="36576"/>
          <a:lstStyle/>
          <a:p>
            <a:pPr algn="ctr"/>
            <a:r>
              <a:rPr sz="1600" b="1">
                <a:solidFill>
                  <a:srgbClr val="4C78A8"/>
                </a:solidFill>
                <a:latin typeface="Microsoft YaHei"/>
                <a:ea typeface="Microsoft YaHei"/>
              </a:rPr>
              <a:t>宿主大模型  </a:t>
            </a:r>
            <a:r>
              <a:rPr sz="1300" b="0">
                <a:solidFill>
                  <a:srgbClr val="404040"/>
                </a:solidFill>
                <a:latin typeface="Microsoft YaHei"/>
                <a:ea typeface="Microsoft YaHei"/>
              </a:rPr>
              <a:t>Claude Code（SKILL.md）/ ChatGPT Custom GPT（Actions）—— 只做「选实验 + 传数据」，不碰计算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06440" y="2697480"/>
            <a:ext cx="548640" cy="457200"/>
          </a:xfrm>
          <a:prstGeom prst="downArrow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3246120"/>
            <a:ext cx="9235440" cy="960120"/>
          </a:xfrm>
          <a:prstGeom prst="roundRect">
            <a:avLst/>
          </a:prstGeom>
          <a:solidFill>
            <a:srgbClr val="EDF1F7"/>
          </a:solidFill>
          <a:ln w="19050">
            <a:solidFill>
              <a:srgbClr val="4C7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" bIns="36576"/>
          <a:lstStyle/>
          <a:p>
            <a:pPr algn="ctr"/>
            <a:r>
              <a:rPr sz="1600" b="1">
                <a:solidFill>
                  <a:srgbClr val="4C78A8"/>
                </a:solidFill>
                <a:latin typeface="Microsoft YaHei"/>
                <a:ea typeface="Microsoft YaHei"/>
              </a:rPr>
              <a:t>受约束编排层  </a:t>
            </a:r>
            <a:r>
              <a:rPr sz="1300" b="0">
                <a:solidFill>
                  <a:srgbClr val="404040"/>
                </a:solidFill>
                <a:latin typeface="Microsoft YaHei"/>
                <a:ea typeface="Microsoft YaHei"/>
              </a:rPr>
              <a:t>白名单 / 守卫 / grounding / 溯源（run_id+哈希） / 物理一致性检查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06440" y="4343400"/>
            <a:ext cx="548640" cy="457200"/>
          </a:xfrm>
          <a:prstGeom prst="downArrow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63040" y="4892040"/>
            <a:ext cx="9235440" cy="960120"/>
          </a:xfrm>
          <a:prstGeom prst="roundRect">
            <a:avLst/>
          </a:prstGeom>
          <a:solidFill>
            <a:srgbClr val="EDF1F7"/>
          </a:solidFill>
          <a:ln w="19050">
            <a:solidFill>
              <a:srgbClr val="4C7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" bIns="36576"/>
          <a:lstStyle/>
          <a:p>
            <a:pPr algn="ctr"/>
            <a:r>
              <a:rPr sz="1600" b="1">
                <a:solidFill>
                  <a:srgbClr val="4C78A8"/>
                </a:solidFill>
                <a:latin typeface="Microsoft YaHei"/>
                <a:ea typeface="Microsoft YaHei"/>
              </a:rPr>
              <a:t>领域工具链 phyxexp  </a:t>
            </a:r>
            <a:r>
              <a:rPr sz="1300" b="0">
                <a:solidFill>
                  <a:srgbClr val="404040"/>
                </a:solidFill>
                <a:latin typeface="Microsoft YaHei"/>
                <a:ea typeface="Microsoft YaHei"/>
              </a:rPr>
              <a:t>不确定度传播 / 线性拟合 / 伏安法·弹簧振子·杨氏模量 / 残差图·拟合图（JJF 1059.1-2012）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五道约束，让结论可信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508760"/>
            <a:ext cx="566928" cy="566928"/>
          </a:xfrm>
          <a:prstGeom prst="ellipse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</a:rPr>
              <a:t>白名单工具链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92807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Microsoft YaHei"/>
                <a:ea typeface="Microsoft YaHei"/>
              </a:rPr>
              <a:t>计算能力只能来自 TOOL_REGISTRY（公式可查、可复现）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32888"/>
            <a:ext cx="566928" cy="566928"/>
          </a:xfrm>
          <a:prstGeom prst="ellipse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3288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</a:rPr>
              <a:t>守卫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16936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Microsoft YaHei"/>
                <a:ea typeface="Microsoft YaHei"/>
              </a:rPr>
              <a:t>白名单外工具 / 任意代码执行 / 自行算数 → 直接拒绝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57016"/>
            <a:ext cx="566928" cy="566928"/>
          </a:xfrm>
          <a:prstGeom prst="ellipse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57016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</a:rPr>
              <a:t>grounding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4106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Microsoft YaHei"/>
                <a:ea typeface="Microsoft YaHei"/>
              </a:rPr>
              <a:t>结论里的每个数字必须溯源到工具输出，否则判失败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581144"/>
            <a:ext cx="566928" cy="566928"/>
          </a:xfrm>
          <a:prstGeom prst="ellipse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81144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</a:rPr>
              <a:t>溯源 + 可复现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9651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Microsoft YaHei"/>
                <a:ea typeface="Microsoft YaHei"/>
              </a:rPr>
              <a:t>每次运行产出 run_id + 输入哈希 + recipe，重放逐位一致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605272"/>
            <a:ext cx="566928" cy="566928"/>
          </a:xfrm>
          <a:prstGeom prst="ellipse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605272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</a:rPr>
              <a:t>物理一致性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989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Microsoft YaHei"/>
                <a:ea typeface="Microsoft YaHei"/>
              </a:rPr>
              <a:t>截距近零、R&gt;0、R² 合理、残差无趋势，不通过则如实报告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实际使用场景：一套工具链，三种宿主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611880" cy="320040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</a:rPr>
              <a:t>Claude Code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加载根目录 SKILL.md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大模型只被允许调用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scripts/run.py --experiment &lt;id&gt;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--data '&lt;json&gt;'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数值全部来自工具链输出。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611880" cy="320040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  <a:ea typeface="Microsoft YaHei"/>
              </a:rPr>
              <a:t>ChatGPT（Custom GPT）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Instructions + Actions：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挂 chatgpt/openapi.json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大模型只调 HTTP POST /run，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拿回结构化 JSON。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用 Actions 而非 Code Interpreter，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因为 Actions 天生是受约束调用。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554480"/>
            <a:ext cx="3611880" cy="320040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4C78A8"/>
                </a:solidFill>
                <a:latin typeface="Microsoft YaHei"/>
                <a:ea typeface="Microsoft YaHei"/>
              </a:rPr>
              <a:t>命令行 / 脚本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python scripts/run.py --list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python scripts/run.py -e ohms_law ...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python demo/compare.py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（裸LLM vs 受约束Agent 对比）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零依赖 HTTP 服务：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python scripts/server.py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</a:rPr>
              <a:t>同一套 phyxexp 工具链与 config/experiments.json，三种宿主各自加载对应的「说明书」，约束始终在运行时这一层生效。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效果对比：裸 LLM vs 受约束 Agent</a:t>
            </a:r>
          </a:p>
          <a:p>
            <a:r>
              <a:rPr sz="1200" b="0">
                <a:solidFill>
                  <a:srgbClr val="D5DEEC"/>
                </a:solidFill>
                <a:latin typeface="Microsoft YaHei"/>
                <a:ea typeface="Microsoft YaHei"/>
              </a:rPr>
              <a:t>伏安法测电阻 · 真实运行结果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4937760"/>
              </a:tblGrid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免费 AI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phyxexp（受约束）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电阻 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9.848571428571425 Ω（15位小数）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9.85 ± 0.04 Ω（k=2，规范修约）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不确定度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± 0.5 Ω（拍脑袋）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± 0.02 Ω（偏导传播）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r / R²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0.99999 / 0.99998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残差图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有（随机、无趋势）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截距检查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b=0.005V，占比 0.09%，通过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可复现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是（run_id + 重放一致）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</a:rPr>
              <a:t>一句话：裸 LLM 只有点估计；受约束 Agent 给 值±不确定度 + R² + 残差图 + 可复现证据。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演进路径：三层递进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657600" cy="384048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4C78A8"/>
                </a:solidFill>
                <a:latin typeface="Microsoft YaHei"/>
                <a:ea typeface="Microsoft YaHei"/>
              </a:rPr>
              <a:t>短期 · 物理实验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今晚 Demo：线性拟合闭环（伏安法 / 弹簧振子 / 杨氏模量），跑通约束全流程。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657600" cy="384048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  <a:ea typeface="Microsoft YaHei"/>
              </a:rPr>
              <a:t>中期 · 跨学科实验工具包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化学、生物等学科——加实验 = 在 config 加一条 JSON +（可选）登记一个公式工具。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657600" cy="384048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58518"/>
                </a:solidFill>
                <a:latin typeface="Microsoft YaHei"/>
                <a:ea typeface="Microsoft YaHei"/>
              </a:rPr>
              <a:t>远期 · 通用数据分析 Skill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降级为通用数据分析 Agent / 宿主大模型的 Skill 插件，应用到工作与生活。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开源技术路线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74720" cy="310896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</a:rPr>
              <a:t>phyxexp（MIT）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自研受约束引擎 + Agent 编排层，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MIT 开源，代码可审计。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仓库：GitHub（准备上传）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554480"/>
            <a:ext cx="3474720" cy="310896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  <a:ea typeface="Microsoft YaHei"/>
              </a:rPr>
              <a:t>依据 JJF 1059.1-2012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A 类 s/√n、B 类 Δ/√3、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方和根合成——不确定度评定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有国家标准背书。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554480"/>
            <a:ext cx="3474720" cy="310896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4C78A8"/>
                </a:solidFill>
                <a:latin typeface="Microsoft YaHei"/>
                <a:ea typeface="Microsoft YaHei"/>
              </a:rPr>
              <a:t>零重型依赖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核心引擎只依赖 numpy；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绘图 matplotlib；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HTTP 服务用标准库，零安装。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可复现、可离线、可审计。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8518"/>
                </a:solidFill>
                <a:latin typeface="Microsoft YaHei"/>
                <a:ea typeface="Microsoft YaHei"/>
              </a:rPr>
              <a:t>已覆盖 11 个本科物理实验（力/电/光/热），加实验 = 加配置；开源可逐行核对「约束到底在哪」。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落地价值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864"/>
                </a:solidFill>
                <a:latin typeface="Microsoft YaHei"/>
                <a:ea typeface="Microsoft YaHei"/>
              </a:rPr>
              <a:t>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</a:rPr>
              <a:t>实验报告不再「编误差」，结论带不确定度与残差图，可复现。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864"/>
                </a:solidFill>
                <a:latin typeface="Microsoft YaHei"/>
                <a:ea typeface="Microsoft YaHei"/>
              </a:rPr>
              <a:t>教师 / 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</a:rPr>
              <a:t>每个结果可溯源、可审计，能区分「真算」与「瞎编」。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864"/>
                </a:solidFill>
                <a:latin typeface="Microsoft YaHei"/>
                <a:ea typeface="Microsoft YaHei"/>
              </a:rPr>
              <a:t>行业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</a:rPr>
              <a:t>任何需要「可信计算」的场景：质检、工程、科研辅助。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5577840"/>
            <a:ext cx="9235440" cy="9144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phyxexp —— 约束，本身就是可信度的来源。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