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</a:rPr>
              <a:t>phyxexp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58518"/>
                </a:solidFill>
                <a:latin typeface="Microsoft YaHei"/>
                <a:ea typeface="Microsoft YaHei"/>
              </a:rPr>
              <a:t>让实验数据处理，值得信任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D5DEEC"/>
                </a:solidFill>
                <a:latin typeface="Microsoft YaHei"/>
                <a:ea typeface="Microsoft YaHei"/>
              </a:rPr>
              <a:t>第四届开放原子大赛 · 图1赛道：开源基础软件与解决方案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约束，本身就是可信度的来源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时代在变：人该做的，是创造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404040"/>
                </a:solidFill>
                <a:latin typeface="Microsoft YaHei"/>
                <a:ea typeface="Microsoft YaHei"/>
              </a:rPr>
              <a:t>数据爆炸：实验、传感器、AI 每天都在产生海量数据。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404040"/>
                </a:solidFill>
                <a:latin typeface="Microsoft YaHei"/>
                <a:ea typeface="Microsoft YaHei"/>
              </a:rPr>
              <a:t>机器人解放了体力劳动；AI 该解放的，是「重复的脑力劳动」。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404040"/>
                </a:solidFill>
                <a:latin typeface="Microsoft YaHei"/>
                <a:ea typeface="Microsoft YaHei"/>
              </a:rPr>
              <a:t>重复的数据处理，正在吞噬本该用于思考的时间。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8348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</a:rPr>
              <a:t>创造力，才是第一生产力。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一个普通学生的实验报告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算不完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一组数据要拟合、算不确定度、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修约、画图，动辄几小时。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时间被表格和计算占满。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算不对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有效数字、A 类 / B 类、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误差传递，一步错，全盘错。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而错误往往到交作业才发现。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474720" cy="310896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算完也不知对不对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截距异常、残差有趋势，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没有人提醒你。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结果对不对，全凭运气。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学生把精力耗在「算」上，而不是「想」上。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免费 AI 能算，但不能信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69748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会编数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直接给一个点估计，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数值无来源、无推导。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69748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有效数字乱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给你 15 位小数，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没有修约、没有 k=2。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269748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没有误差预算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说不清误差主要来自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哪个测量量。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45920"/>
            <a:ext cx="256032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</a:rPr>
              <a:t>不可复现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再问一次，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答案可能就变了。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能算 ≠ 算对 ≠ 可证明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我们的答案：受约束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</a:rPr>
              <a:t>不是让 AI 更会算，而是——不让它算。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474720" cy="24688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白名单工具链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数值只能来自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审查过的工具。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其余一律拒绝。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474720" cy="24688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E7D32"/>
                </a:solidFill>
                <a:latin typeface="Microsoft YaHei"/>
                <a:ea typeface="Microsoft YaHei"/>
              </a:rPr>
              <a:t>强制规范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JJF 1059.1-2012 +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有效数字修约 + k=2。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不用记规则。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3474720" cy="246888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可溯源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run_id + 输入哈希 +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重放逐位一致。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每一步都能复核。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约束 = 可信度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对学生，它意味着什么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974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省时间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一条命令，拟合 +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不确定度 + 误差预算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+ 图，全出。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几小时 → 几秒钟。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00200"/>
            <a:ext cx="26974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E7D32"/>
                </a:solidFill>
                <a:latin typeface="Microsoft YaHei"/>
                <a:ea typeface="Microsoft YaHei"/>
              </a:rPr>
              <a:t>不犯错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规范自动执行，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有效数字、修约不用记。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从「怕算错」到「敢交」。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269748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能复核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每一步可溯源，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老师可查、自己可回看。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结果不再是黑箱。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00200"/>
            <a:ext cx="265176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会分析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自动告诉你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误差主要来自哪个量。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</a:rPr>
              <a:t>报告「误差分析」有据可写。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把「算」交给工具，把「想」还给学生。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同一份数据，两种结果</a:t>
            </a:r>
          </a:p>
          <a:p>
            <a:r>
              <a:rPr sz="1200" b="0">
                <a:solidFill>
                  <a:srgbClr val="D5DEEC"/>
                </a:solidFill>
                <a:latin typeface="Microsoft YaHei"/>
                <a:ea typeface="Microsoft YaHei"/>
              </a:rPr>
              <a:t>伏安法测电阻 · 真实运行结果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754880"/>
              </a:tblGrid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免费 AI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phyxexp（受约束）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电阻 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9.848571428571425 Ω（15位）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9.85 ± 0.04 Ω（k=2）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不确定度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±0.5 Ω（拍脑袋）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±0.02 Ω（偏导传播）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误差预算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误差主要来自 dn（97.4%）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残差图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有（随机、无趋势）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YaHei"/>
                          <a:ea typeface="Microsoft YaHei"/>
                        </a:rPr>
                        <a:t>可复现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</a:rPr>
                        <a:t>是（run_id + 重放一致）</a:t>
                      </a:r>
                    </a:p>
                  </a:txBody>
                  <a:tcPr anchor="ctr" marL="73152" marR="73152"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前者是「一个数」，后者是「一份能交的报告」。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它怎么走进学生的日常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学生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贴数据 / 拍照 / Excel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→ 自动识别实验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→ 一条命令出结果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不用报单位、不用选公式。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47472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E7D32"/>
                </a:solidFill>
                <a:latin typeface="Microsoft YaHei"/>
                <a:ea typeface="Microsoft YaHei"/>
              </a:rPr>
              <a:t>教师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结果带 run_id 与哈希，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可查「是不是真算的」。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能区分「真算」与「瞎编」。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474720" cy="320040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宿主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Claude Code / ChatGPT /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命令行，同一套工具链。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换宿主，不换可信度。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识别层自动识别实验，不逼用户报单位。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作品的形态：Skill 插件 + 受约束工具链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12 实验 + 1 管线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力 / 电 / 光 / 热，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覆盖普通物理实验。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含杨氏模量全流程管线。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47472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E7D32"/>
                </a:solidFill>
                <a:latin typeface="Microsoft YaHei"/>
                <a:ea typeface="Microsoft YaHei"/>
              </a:rPr>
              <a:t>可配置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加实验 =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加一条 JSON。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跨学科扩展不用改代码。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474720" cy="301752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58518"/>
                </a:solidFill>
                <a:latin typeface="Microsoft YaHei"/>
                <a:ea typeface="Microsoft YaHei"/>
              </a:rPr>
              <a:t>双入口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SKILL.md（Claude）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+ OpenAPI（ChatGPT）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Microsoft YaHei"/>
                <a:ea typeface="Microsoft YaHei"/>
              </a:rPr>
              <a:t>+ 命令行。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8518"/>
                </a:solidFill>
                <a:latin typeface="Microsoft YaHei"/>
                <a:ea typeface="Microsoft YaHei"/>
              </a:rPr>
              <a:t>对外是插件，对内是流水线。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现在与未来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194560" cy="64008"/>
          </a:xfrm>
          <a:prstGeom prst="rect">
            <a:avLst/>
          </a:prstGeom>
          <a:solidFill>
            <a:srgbClr val="F58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937760" cy="329184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4C78A8"/>
                </a:solidFill>
                <a:latin typeface="Microsoft YaHei"/>
                <a:ea typeface="Microsoft YaHei"/>
              </a:rPr>
              <a:t>现在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专注大学物理实验，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把「可信」做扎实。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让每一个结果都能被复核。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37360"/>
            <a:ext cx="4937760" cy="3291840"/>
          </a:xfrm>
          <a:prstGeom prst="roundRect">
            <a:avLst/>
          </a:prstGeom>
          <a:solidFill>
            <a:srgbClr val="EDF1F7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E7D32"/>
                </a:solidFill>
                <a:latin typeface="Microsoft YaHei"/>
                <a:ea typeface="Microsoft YaHei"/>
              </a:rPr>
              <a:t>未来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衍生更多实验场景；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或开发多个 Skill，合并成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  <a:ea typeface="Microsoft YaHei"/>
              </a:rPr>
              <a:t>更完整的数据处理能力。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先把一件事做到可信，再谈无限可能。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D5DEEC"/>
                </a:solidFill>
                <a:latin typeface="Microsoft YaHei"/>
                <a:ea typeface="Microsoft YaHei"/>
              </a:rPr>
              <a:t>解放人，从重复中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创造力，才是第一生产力。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D5DEEC"/>
                </a:solidFill>
                <a:latin typeface="Microsoft YaHei"/>
                <a:ea typeface="Microsoft YaHei"/>
              </a:rPr>
              <a:t>phyxexp —— 让学生把时间花在「想」上，而不是「算」上。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